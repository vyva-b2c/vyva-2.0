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fr\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MOKA DIGITECK, S.L.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VYVA - Home Care Agencies Sales Deck</dc:title>
  <dc:subject>VYVA home care agencies sales deck</dc:subject>
  <dc:creator>MOKA DIGITECK, S.L.</dc:creator>
  <cp:lastModifiedBy>MOKA DIGITECK, S.L.</cp:lastModifiedBy>
  <cp:revision>1</cp:revision>
  <dcterms:created xsi:type="dcterms:W3CDTF">2026-05-14T10:05:25Z</dcterms:created>
  <dcterms:modified xsi:type="dcterms:W3CDTF">2026-05-14T10:05:25Z</dcterms:modified>
</cp:coreProperties>
</file>